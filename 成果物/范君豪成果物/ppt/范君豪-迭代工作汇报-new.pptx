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7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我负责的工作与实现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6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本次迭代：客户升级 ｜ 依据《需求分析 V3.5》FR-C-04 / FR-C-05 / FR-C-07 ｜ Spring Boot + JPA + SQLite，前后端分离 REST API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566160" cy="896112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61872"/>
            <a:ext cx="331012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FR-C-04 客户注册   </a:t>
            </a:r>
            <a:r>
              <a:rPr lang="en-US" sz="100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用户名/密码/电话必填，地点选填；用户名唯一、密码≥8位加密；注册后手动登录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5112" y="1261872"/>
            <a:ext cx="3566160" cy="896112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1261872"/>
            <a:ext cx="331012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FR-C-05 客户登录   </a:t>
            </a:r>
            <a:r>
              <a:rPr lang="en-US" sz="100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用户名+密码登录，电话不作凭证；Cookie 会话、退出登录；首页导航随登录态切换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01584" y="1261872"/>
            <a:ext cx="3566160" cy="896112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38744" y="1261872"/>
            <a:ext cx="331012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FR-C-07 历史下单记录   </a:t>
            </a:r>
            <a:r>
              <a:rPr lang="en-US" sz="100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仅终态记录（成功/失败）；商品名快照、倒序、可翻页；只读，商品下架仍可看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566160" cy="4160520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12848"/>
            <a:ext cx="3566160" cy="438912"/>
          </a:xfrm>
          <a:prstGeom prst="rect">
            <a:avLst/>
          </a:prstGeom>
          <a:solidFill>
            <a:srgbClr val="302C2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2128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前端页面路由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74320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由我创建（新增 3 个页面，地址即前端路由）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【新增】/register.html — 客户注册页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【新增】/customer-login.html — 客户登录页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【新增】/orders.html — 历史下单记录页</a:t>
            </a:r>
            <a:endParaRPr lang="en-US" sz="1000" dirty="0"/>
          </a:p>
          <a:p>
            <a:pPr marL="0" indent="0">
              <a:lnSpc>
                <a:spcPts val="13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修改的既有文件（2 个）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【修改】index.html — 导航新增入口，随登录态切换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【修改】catalog.css — 新增 header nav 导航间距样式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静态多页，无前端 JS 路由器；页面用 fetch 调用后端接口（见中栏）。表单前端预校验，后端校验为最终权威。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5112" y="2212848"/>
            <a:ext cx="3566160" cy="4160520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212848"/>
            <a:ext cx="3566160" cy="438912"/>
          </a:xfrm>
          <a:prstGeom prst="rect">
            <a:avLst/>
          </a:prstGeom>
          <a:solidFill>
            <a:srgbClr val="302C29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22128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8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9704" y="274320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后端接口由新增的 CustomerController 提供（新增 5 个类：CustomerEntity / CustomerRepository / CustomerService / CustomerException / CustomerController；修改 IntentEntity、IntentRepository、ShoppingService）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register.html → POST /api/customer/register（注册，成功 201，不自动登录）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customer-login.html → POST /api/customer/login（登录，下发 HttpOnly Cookie 会话）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orders.html → GET /api/customer/me（鉴权，未登录 401 跳登录页）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orders.html → GET /api/customer/orders?page&amp;size（历史下单：分页、倒序、仅终态）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orders.html → POST /api/customer/logout（退出登录，清除 Cookie）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index.html → GET /api/customer/me、POST /api/customer/logout（导航随登录态切换）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01584" y="2212848"/>
            <a:ext cx="3566160" cy="4160520"/>
          </a:xfrm>
          <a:prstGeom prst="rect">
            <a:avLst/>
          </a:prstGeom>
          <a:solidFill>
            <a:srgbClr val="FFFDF9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2212848"/>
            <a:ext cx="3566160" cy="438912"/>
          </a:xfrm>
          <a:prstGeom prst="rect">
            <a:avLst/>
          </a:prstGeom>
          <a:solidFill>
            <a:srgbClr val="302C29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22128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274320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新增表 customer（客户账号）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主键自增 ｜ username varchar(64) 唯一，登录凭证 ｜ password_hash varchar(255) scrypt 哈希 ｜ phone varchar(32) 必填不唯一 ｜ default_place varchar(200) 可空 ｜ registered_at varchar(32)</a:t>
            </a:r>
            <a:endParaRPr lang="en-US" sz="1000" dirty="0"/>
          </a:p>
          <a:p>
            <a:pPr marL="0" indent="0">
              <a:lnSpc>
                <a:spcPts val="13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修改表 intent（意向/下单记录）新增两列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customer_id bigint 可空（索引）：关联客户，为空即匿名意向，不进客户历史 ｜ closed_at varchar(32) 可空：交易时间，由意向结案点写入</a:t>
            </a:r>
            <a:endParaRPr lang="en-US" sz="1000" dirty="0"/>
          </a:p>
          <a:p>
            <a:pPr marL="0" indent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单文件 data/shop.db，启动自动建表/补列；历史查询关联 product 表取商品名快照（商品名发布后不可改）。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0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</a:t>
            </a:r>
            <a:endParaRPr lang="en-US" sz="3000" dirty="0"/>
          </a:p>
        </p:txBody>
      </p:sp>
      <p:pic>
        <p:nvPicPr>
          <p:cNvPr id="4" name="Image 0" descr="D:\experient-class\software-enginering\onlineshopping\se-course-project\成果物\范君豪成果物\截图\客户注册页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6" y="1517903"/>
            <a:ext cx="3898669" cy="3038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077" y="6084479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客户注册</a:t>
            </a:r>
            <a:endParaRPr lang="en-US" sz="1500" dirty="0"/>
          </a:p>
        </p:txBody>
      </p:sp>
      <p:pic>
        <p:nvPicPr>
          <p:cNvPr id="7" name="Image 1" descr="D:\experient-class\software-enginering\onlineshopping\se-course-project\成果物\范君豪成果物\截图\买家登录页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668" y="1517903"/>
            <a:ext cx="4066982" cy="3038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0758" y="6109636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客户登录</a:t>
            </a:r>
            <a:endParaRPr lang="en-US" sz="1500" dirty="0"/>
          </a:p>
        </p:txBody>
      </p:sp>
      <p:pic>
        <p:nvPicPr>
          <p:cNvPr id="10" name="Image 2" descr="D:\experient-class\software-enginering\onlineshopping\se-course-project\成果物\范君豪成果物\截图\历史下单记录页面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30" y="1517903"/>
            <a:ext cx="3898669" cy="31219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94439" y="6184451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4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历史下单记录</a:t>
            </a:r>
            <a:endParaRPr lang="en-US" sz="15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780D9EC-CA96-40D7-3FD6-FE10CB76B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111" y="-34836"/>
            <a:ext cx="3065445" cy="155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404</Words>
  <Application>Microsoft Office PowerPoint</Application>
  <PresentationFormat>自定义</PresentationFormat>
  <Paragraphs>34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junhao F</cp:lastModifiedBy>
  <cp:revision>4</cp:revision>
  <dcterms:created xsi:type="dcterms:W3CDTF">2026-10-30T06:39:51Z</dcterms:created>
  <dcterms:modified xsi:type="dcterms:W3CDTF">2026-10-30T06:46:52Z</dcterms:modified>
</cp:coreProperties>
</file>